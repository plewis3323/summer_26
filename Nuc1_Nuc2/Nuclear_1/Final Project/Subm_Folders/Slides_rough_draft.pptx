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2" r:id="rId4"/>
    <p:sldId id="259" r:id="rId5"/>
    <p:sldId id="260" r:id="rId6"/>
    <p:sldId id="265" r:id="rId7"/>
    <p:sldId id="266" r:id="rId8"/>
    <p:sldId id="267" r:id="rId9"/>
    <p:sldId id="268" r:id="rId10"/>
    <p:sldId id="263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6F288-0519-4A7F-977D-643BD52CB4F3}" v="67" dt="2025-12-09T13:42:4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, Parker" userId="129e29b5-a633-4569-b4ce-06e546d69fe8" providerId="ADAL" clId="{C0A6B6E4-B1D3-4A71-A7ED-DEAE119ABE26}"/>
    <pc:docChg chg="undo custSel addSld delSld modSld sldOrd">
      <pc:chgData name="Lewis, Parker" userId="129e29b5-a633-4569-b4ce-06e546d69fe8" providerId="ADAL" clId="{C0A6B6E4-B1D3-4A71-A7ED-DEAE119ABE26}" dt="2025-12-09T13:41:41.071" v="3665" actId="14100"/>
      <pc:docMkLst>
        <pc:docMk/>
      </pc:docMkLst>
      <pc:sldChg chg="addSp delSp modSp mod setBg">
        <pc:chgData name="Lewis, Parker" userId="129e29b5-a633-4569-b4ce-06e546d69fe8" providerId="ADAL" clId="{C0A6B6E4-B1D3-4A71-A7ED-DEAE119ABE26}" dt="2025-12-09T11:35:16.600" v="2113" actId="20577"/>
        <pc:sldMkLst>
          <pc:docMk/>
          <pc:sldMk cId="0" sldId="257"/>
        </pc:sldMkLst>
        <pc:spChg chg="mod">
          <ac:chgData name="Lewis, Parker" userId="129e29b5-a633-4569-b4ce-06e546d69fe8" providerId="ADAL" clId="{C0A6B6E4-B1D3-4A71-A7ED-DEAE119ABE26}" dt="2025-12-09T11:35:16.600" v="2113" actId="20577"/>
          <ac:spMkLst>
            <pc:docMk/>
            <pc:sldMk cId="0" sldId="257"/>
            <ac:spMk id="3" creationId="{00000000-0000-0000-0000-000000000000}"/>
          </ac:spMkLst>
        </pc:spChg>
        <pc:spChg chg="mod ord">
          <ac:chgData name="Lewis, Parker" userId="129e29b5-a633-4569-b4ce-06e546d69fe8" providerId="ADAL" clId="{C0A6B6E4-B1D3-4A71-A7ED-DEAE119ABE26}" dt="2025-11-26T04:04:37.375" v="78" actId="26606"/>
          <ac:spMkLst>
            <pc:docMk/>
            <pc:sldMk cId="0" sldId="257"/>
            <ac:spMk id="4" creationId="{00000000-0000-0000-0000-000000000000}"/>
          </ac:spMkLst>
        </pc:spChg>
        <pc:spChg chg="add">
          <ac:chgData name="Lewis, Parker" userId="129e29b5-a633-4569-b4ce-06e546d69fe8" providerId="ADAL" clId="{C0A6B6E4-B1D3-4A71-A7ED-DEAE119ABE26}" dt="2025-11-26T04:04:37.375" v="78" actId="26606"/>
          <ac:spMkLst>
            <pc:docMk/>
            <pc:sldMk cId="0" sldId="257"/>
            <ac:spMk id="23" creationId="{66E48AFA-8884-4F68-A44F-D2C1E8609C5A}"/>
          </ac:spMkLst>
        </pc:spChg>
        <pc:spChg chg="add">
          <ac:chgData name="Lewis, Parker" userId="129e29b5-a633-4569-b4ce-06e546d69fe8" providerId="ADAL" clId="{C0A6B6E4-B1D3-4A71-A7ED-DEAE119ABE26}" dt="2025-11-26T04:04:37.375" v="78" actId="26606"/>
          <ac:spMkLst>
            <pc:docMk/>
            <pc:sldMk cId="0" sldId="257"/>
            <ac:spMk id="24" creationId="{969D19A6-08CB-498C-93EC-3FFB021FC68A}"/>
          </ac:spMkLst>
        </pc:spChg>
        <pc:picChg chg="add mod">
          <ac:chgData name="Lewis, Parker" userId="129e29b5-a633-4569-b4ce-06e546d69fe8" providerId="ADAL" clId="{C0A6B6E4-B1D3-4A71-A7ED-DEAE119ABE26}" dt="2025-12-02T10:15:08.471" v="1288" actId="1076"/>
          <ac:picMkLst>
            <pc:docMk/>
            <pc:sldMk cId="0" sldId="257"/>
            <ac:picMk id="5" creationId="{26100D86-AEC1-93E3-5FEA-07789AE54B3B}"/>
          </ac:picMkLst>
        </pc:picChg>
        <pc:picChg chg="add mod">
          <ac:chgData name="Lewis, Parker" userId="129e29b5-a633-4569-b4ce-06e546d69fe8" providerId="ADAL" clId="{C0A6B6E4-B1D3-4A71-A7ED-DEAE119ABE26}" dt="2025-11-26T04:04:58.555" v="84" actId="14100"/>
          <ac:picMkLst>
            <pc:docMk/>
            <pc:sldMk cId="0" sldId="257"/>
            <ac:picMk id="6" creationId="{2E5BB2F2-8F6E-6DAF-30B7-598C9AD7D0DB}"/>
          </ac:picMkLst>
        </pc:picChg>
      </pc:sldChg>
      <pc:sldChg chg="addSp delSp modSp new add del mod">
        <pc:chgData name="Lewis, Parker" userId="129e29b5-a633-4569-b4ce-06e546d69fe8" providerId="ADAL" clId="{C0A6B6E4-B1D3-4A71-A7ED-DEAE119ABE26}" dt="2025-12-09T13:32:05.887" v="3361" actId="21"/>
        <pc:sldMkLst>
          <pc:docMk/>
          <pc:sldMk cId="4200866887" sldId="258"/>
        </pc:sldMkLst>
        <pc:spChg chg="mod">
          <ac:chgData name="Lewis, Parker" userId="129e29b5-a633-4569-b4ce-06e546d69fe8" providerId="ADAL" clId="{C0A6B6E4-B1D3-4A71-A7ED-DEAE119ABE26}" dt="2025-11-26T04:13:35.692" v="157" actId="122"/>
          <ac:spMkLst>
            <pc:docMk/>
            <pc:sldMk cId="4200866887" sldId="258"/>
            <ac:spMk id="2" creationId="{F923B942-96B9-99E6-D954-758A2EF7853D}"/>
          </ac:spMkLst>
        </pc:spChg>
        <pc:spChg chg="add mod">
          <ac:chgData name="Lewis, Parker" userId="129e29b5-a633-4569-b4ce-06e546d69fe8" providerId="ADAL" clId="{C0A6B6E4-B1D3-4A71-A7ED-DEAE119ABE26}" dt="2025-12-02T10:18:19.305" v="1346" actId="20577"/>
          <ac:spMkLst>
            <pc:docMk/>
            <pc:sldMk cId="4200866887" sldId="258"/>
            <ac:spMk id="12" creationId="{1EAFA9D7-3E45-9545-6E02-781BADF3AF76}"/>
          </ac:spMkLst>
        </pc:spChg>
        <pc:picChg chg="add mod">
          <ac:chgData name="Lewis, Parker" userId="129e29b5-a633-4569-b4ce-06e546d69fe8" providerId="ADAL" clId="{C0A6B6E4-B1D3-4A71-A7ED-DEAE119ABE26}" dt="2025-11-26T04:14:04.353" v="158"/>
          <ac:picMkLst>
            <pc:docMk/>
            <pc:sldMk cId="4200866887" sldId="258"/>
            <ac:picMk id="4" creationId="{612A9B2B-2368-634A-5198-998B80DEB652}"/>
          </ac:picMkLst>
        </pc:picChg>
        <pc:picChg chg="add mod">
          <ac:chgData name="Lewis, Parker" userId="129e29b5-a633-4569-b4ce-06e546d69fe8" providerId="ADAL" clId="{C0A6B6E4-B1D3-4A71-A7ED-DEAE119ABE26}" dt="2025-12-02T10:17:59.851" v="1340" actId="14100"/>
          <ac:picMkLst>
            <pc:docMk/>
            <pc:sldMk cId="4200866887" sldId="258"/>
            <ac:picMk id="5" creationId="{B9EEC059-EB46-162E-9FDD-BB4A10A1F685}"/>
          </ac:picMkLst>
        </pc:picChg>
        <pc:picChg chg="add mod">
          <ac:chgData name="Lewis, Parker" userId="129e29b5-a633-4569-b4ce-06e546d69fe8" providerId="ADAL" clId="{C0A6B6E4-B1D3-4A71-A7ED-DEAE119ABE26}" dt="2025-11-26T04:22:37.215" v="214" actId="14100"/>
          <ac:picMkLst>
            <pc:docMk/>
            <pc:sldMk cId="4200866887" sldId="258"/>
            <ac:picMk id="6" creationId="{0BB7E5AC-EBB5-8AE4-1967-CEA73BAE2CCB}"/>
          </ac:picMkLst>
        </pc:picChg>
        <pc:picChg chg="add del mod">
          <ac:chgData name="Lewis, Parker" userId="129e29b5-a633-4569-b4ce-06e546d69fe8" providerId="ADAL" clId="{C0A6B6E4-B1D3-4A71-A7ED-DEAE119ABE26}" dt="2025-12-09T13:32:05.887" v="3361" actId="21"/>
          <ac:picMkLst>
            <pc:docMk/>
            <pc:sldMk cId="4200866887" sldId="258"/>
            <ac:picMk id="7" creationId="{EF37D7CB-4580-450B-7473-DF09FA39BBA1}"/>
          </ac:picMkLst>
        </pc:picChg>
      </pc:sldChg>
      <pc:sldChg chg="addSp delSp modSp new mod">
        <pc:chgData name="Lewis, Parker" userId="129e29b5-a633-4569-b4ce-06e546d69fe8" providerId="ADAL" clId="{C0A6B6E4-B1D3-4A71-A7ED-DEAE119ABE26}" dt="2025-12-09T13:03:10.360" v="2123" actId="1076"/>
        <pc:sldMkLst>
          <pc:docMk/>
          <pc:sldMk cId="4199951662" sldId="259"/>
        </pc:sldMkLst>
        <pc:spChg chg="mod">
          <ac:chgData name="Lewis, Parker" userId="129e29b5-a633-4569-b4ce-06e546d69fe8" providerId="ADAL" clId="{C0A6B6E4-B1D3-4A71-A7ED-DEAE119ABE26}" dt="2025-11-26T04:15:29.522" v="189" actId="2711"/>
          <ac:spMkLst>
            <pc:docMk/>
            <pc:sldMk cId="4199951662" sldId="259"/>
            <ac:spMk id="2" creationId="{90E193DD-9807-CD48-3FF3-CE2863BFCF5F}"/>
          </ac:spMkLst>
        </pc:spChg>
        <pc:spChg chg="add del mod">
          <ac:chgData name="Lewis, Parker" userId="129e29b5-a633-4569-b4ce-06e546d69fe8" providerId="ADAL" clId="{C0A6B6E4-B1D3-4A71-A7ED-DEAE119ABE26}" dt="2025-12-09T11:37:02.087" v="2114" actId="478"/>
          <ac:spMkLst>
            <pc:docMk/>
            <pc:sldMk cId="4199951662" sldId="259"/>
            <ac:spMk id="7" creationId="{8C46BFD5-5422-CAFA-A1C4-17B06B0F3464}"/>
          </ac:spMkLst>
        </pc:spChg>
        <pc:picChg chg="add mod">
          <ac:chgData name="Lewis, Parker" userId="129e29b5-a633-4569-b4ce-06e546d69fe8" providerId="ADAL" clId="{C0A6B6E4-B1D3-4A71-A7ED-DEAE119ABE26}" dt="2025-11-26T04:15:39.266" v="190"/>
          <ac:picMkLst>
            <pc:docMk/>
            <pc:sldMk cId="4199951662" sldId="259"/>
            <ac:picMk id="4" creationId="{084DD3E9-62AD-C6E7-3195-49CDCEF84171}"/>
          </ac:picMkLst>
        </pc:picChg>
        <pc:picChg chg="add mod">
          <ac:chgData name="Lewis, Parker" userId="129e29b5-a633-4569-b4ce-06e546d69fe8" providerId="ADAL" clId="{C0A6B6E4-B1D3-4A71-A7ED-DEAE119ABE26}" dt="2025-12-09T13:03:10.360" v="2123" actId="1076"/>
          <ac:picMkLst>
            <pc:docMk/>
            <pc:sldMk cId="4199951662" sldId="259"/>
            <ac:picMk id="5" creationId="{3DFE8CE0-38A9-2FF9-DD36-57E5E82FC76B}"/>
          </ac:picMkLst>
        </pc:picChg>
        <pc:picChg chg="add mod">
          <ac:chgData name="Lewis, Parker" userId="129e29b5-a633-4569-b4ce-06e546d69fe8" providerId="ADAL" clId="{C0A6B6E4-B1D3-4A71-A7ED-DEAE119ABE26}" dt="2025-12-02T10:33:41.313" v="1413" actId="14100"/>
          <ac:picMkLst>
            <pc:docMk/>
            <pc:sldMk cId="4199951662" sldId="259"/>
            <ac:picMk id="6" creationId="{E660F6B4-BDAE-51FE-337F-FC5B875BA7C9}"/>
          </ac:picMkLst>
        </pc:picChg>
      </pc:sldChg>
      <pc:sldChg chg="addSp delSp modSp new mod">
        <pc:chgData name="Lewis, Parker" userId="129e29b5-a633-4569-b4ce-06e546d69fe8" providerId="ADAL" clId="{C0A6B6E4-B1D3-4A71-A7ED-DEAE119ABE26}" dt="2025-12-09T13:05:26.646" v="2134" actId="1076"/>
        <pc:sldMkLst>
          <pc:docMk/>
          <pc:sldMk cId="2086657477" sldId="260"/>
        </pc:sldMkLst>
        <pc:spChg chg="add del mod">
          <ac:chgData name="Lewis, Parker" userId="129e29b5-a633-4569-b4ce-06e546d69fe8" providerId="ADAL" clId="{C0A6B6E4-B1D3-4A71-A7ED-DEAE119ABE26}" dt="2025-12-09T13:04:34.702" v="2124" actId="478"/>
          <ac:spMkLst>
            <pc:docMk/>
            <pc:sldMk cId="2086657477" sldId="260"/>
            <ac:spMk id="4" creationId="{0BA258B4-E742-1DB6-06E7-A4E1924AD3A0}"/>
          </ac:spMkLst>
        </pc:spChg>
        <pc:picChg chg="add mod">
          <ac:chgData name="Lewis, Parker" userId="129e29b5-a633-4569-b4ce-06e546d69fe8" providerId="ADAL" clId="{C0A6B6E4-B1D3-4A71-A7ED-DEAE119ABE26}" dt="2025-12-09T13:04:44.742" v="2128" actId="1076"/>
          <ac:picMkLst>
            <pc:docMk/>
            <pc:sldMk cId="2086657477" sldId="260"/>
            <ac:picMk id="3" creationId="{AA40F0F1-CFBB-305A-55CD-919847AB7848}"/>
          </ac:picMkLst>
        </pc:picChg>
        <pc:picChg chg="add mod">
          <ac:chgData name="Lewis, Parker" userId="129e29b5-a633-4569-b4ce-06e546d69fe8" providerId="ADAL" clId="{C0A6B6E4-B1D3-4A71-A7ED-DEAE119ABE26}" dt="2025-11-26T04:19:13.618" v="210" actId="1076"/>
          <ac:picMkLst>
            <pc:docMk/>
            <pc:sldMk cId="2086657477" sldId="260"/>
            <ac:picMk id="5" creationId="{5A883959-3364-28B6-E8BC-F8BDA2326C80}"/>
          </ac:picMkLst>
        </pc:picChg>
        <pc:picChg chg="add mod">
          <ac:chgData name="Lewis, Parker" userId="129e29b5-a633-4569-b4ce-06e546d69fe8" providerId="ADAL" clId="{C0A6B6E4-B1D3-4A71-A7ED-DEAE119ABE26}" dt="2025-11-26T04:18:06.363" v="205"/>
          <ac:picMkLst>
            <pc:docMk/>
            <pc:sldMk cId="2086657477" sldId="260"/>
            <ac:picMk id="6" creationId="{D5CA1CBC-5FF7-1848-A1E9-E47F8468E243}"/>
          </ac:picMkLst>
        </pc:picChg>
        <pc:picChg chg="add mod">
          <ac:chgData name="Lewis, Parker" userId="129e29b5-a633-4569-b4ce-06e546d69fe8" providerId="ADAL" clId="{C0A6B6E4-B1D3-4A71-A7ED-DEAE119ABE26}" dt="2025-12-09T13:05:26.646" v="2134" actId="1076"/>
          <ac:picMkLst>
            <pc:docMk/>
            <pc:sldMk cId="2086657477" sldId="260"/>
            <ac:picMk id="7" creationId="{75AC34BB-9159-A576-A880-05B61716A3A8}"/>
          </ac:picMkLst>
        </pc:picChg>
      </pc:sldChg>
      <pc:sldChg chg="addSp delSp modSp new mod ord">
        <pc:chgData name="Lewis, Parker" userId="129e29b5-a633-4569-b4ce-06e546d69fe8" providerId="ADAL" clId="{C0A6B6E4-B1D3-4A71-A7ED-DEAE119ABE26}" dt="2025-12-02T10:32:12.792" v="1407" actId="14100"/>
        <pc:sldMkLst>
          <pc:docMk/>
          <pc:sldMk cId="4056807873" sldId="262"/>
        </pc:sldMkLst>
        <pc:spChg chg="mod">
          <ac:chgData name="Lewis, Parker" userId="129e29b5-a633-4569-b4ce-06e546d69fe8" providerId="ADAL" clId="{C0A6B6E4-B1D3-4A71-A7ED-DEAE119ABE26}" dt="2025-12-02T10:22:36.421" v="1378" actId="313"/>
          <ac:spMkLst>
            <pc:docMk/>
            <pc:sldMk cId="4056807873" sldId="262"/>
            <ac:spMk id="2" creationId="{D6FADDC9-8B2D-A3F3-22E6-85134FF9D854}"/>
          </ac:spMkLst>
        </pc:spChg>
        <pc:picChg chg="add mod">
          <ac:chgData name="Lewis, Parker" userId="129e29b5-a633-4569-b4ce-06e546d69fe8" providerId="ADAL" clId="{C0A6B6E4-B1D3-4A71-A7ED-DEAE119ABE26}" dt="2025-12-02T10:32:12.792" v="1407" actId="14100"/>
          <ac:picMkLst>
            <pc:docMk/>
            <pc:sldMk cId="4056807873" sldId="262"/>
            <ac:picMk id="5" creationId="{B50D6CB2-7CB0-9C67-E38D-375BB23F6B15}"/>
          </ac:picMkLst>
        </pc:picChg>
        <pc:picChg chg="add mod">
          <ac:chgData name="Lewis, Parker" userId="129e29b5-a633-4569-b4ce-06e546d69fe8" providerId="ADAL" clId="{C0A6B6E4-B1D3-4A71-A7ED-DEAE119ABE26}" dt="2025-12-02T10:32:05.078" v="1405" actId="14100"/>
          <ac:picMkLst>
            <pc:docMk/>
            <pc:sldMk cId="4056807873" sldId="262"/>
            <ac:picMk id="7" creationId="{BA1ECE42-1F85-D0CF-01AD-015640C0DA19}"/>
          </ac:picMkLst>
        </pc:picChg>
        <pc:picChg chg="add mod">
          <ac:chgData name="Lewis, Parker" userId="129e29b5-a633-4569-b4ce-06e546d69fe8" providerId="ADAL" clId="{C0A6B6E4-B1D3-4A71-A7ED-DEAE119ABE26}" dt="2025-12-02T10:32:02.279" v="1404" actId="14100"/>
          <ac:picMkLst>
            <pc:docMk/>
            <pc:sldMk cId="4056807873" sldId="262"/>
            <ac:picMk id="8" creationId="{20BD02E0-F9E9-59A6-4064-5F0A514D09D0}"/>
          </ac:picMkLst>
        </pc:picChg>
      </pc:sldChg>
      <pc:sldChg chg="addSp delSp modSp new mod">
        <pc:chgData name="Lewis, Parker" userId="129e29b5-a633-4569-b4ce-06e546d69fe8" providerId="ADAL" clId="{C0A6B6E4-B1D3-4A71-A7ED-DEAE119ABE26}" dt="2025-12-09T13:06:28.113" v="2143" actId="14100"/>
        <pc:sldMkLst>
          <pc:docMk/>
          <pc:sldMk cId="1893993981" sldId="263"/>
        </pc:sldMkLst>
        <pc:spChg chg="mod">
          <ac:chgData name="Lewis, Parker" userId="129e29b5-a633-4569-b4ce-06e546d69fe8" providerId="ADAL" clId="{C0A6B6E4-B1D3-4A71-A7ED-DEAE119ABE26}" dt="2025-12-02T10:39:09.150" v="1735" actId="122"/>
          <ac:spMkLst>
            <pc:docMk/>
            <pc:sldMk cId="1893993981" sldId="263"/>
            <ac:spMk id="2" creationId="{E3624F79-CC3E-F2BB-BD1D-60ABA25C9218}"/>
          </ac:spMkLst>
        </pc:spChg>
        <pc:spChg chg="add del mod">
          <ac:chgData name="Lewis, Parker" userId="129e29b5-a633-4569-b4ce-06e546d69fe8" providerId="ADAL" clId="{C0A6B6E4-B1D3-4A71-A7ED-DEAE119ABE26}" dt="2025-12-09T13:05:51.034" v="2139" actId="478"/>
          <ac:spMkLst>
            <pc:docMk/>
            <pc:sldMk cId="1893993981" sldId="263"/>
            <ac:spMk id="8" creationId="{61A51EC7-A877-B24C-4C94-A578D0E14867}"/>
          </ac:spMkLst>
        </pc:spChg>
        <pc:picChg chg="add mod">
          <ac:chgData name="Lewis, Parker" userId="129e29b5-a633-4569-b4ce-06e546d69fe8" providerId="ADAL" clId="{C0A6B6E4-B1D3-4A71-A7ED-DEAE119ABE26}" dt="2025-12-09T13:06:25.698" v="2142" actId="14100"/>
          <ac:picMkLst>
            <pc:docMk/>
            <pc:sldMk cId="1893993981" sldId="263"/>
            <ac:picMk id="7" creationId="{22BD4012-8A4B-3E0F-5559-C9A1875A9389}"/>
          </ac:picMkLst>
        </pc:picChg>
        <pc:picChg chg="add mod">
          <ac:chgData name="Lewis, Parker" userId="129e29b5-a633-4569-b4ce-06e546d69fe8" providerId="ADAL" clId="{C0A6B6E4-B1D3-4A71-A7ED-DEAE119ABE26}" dt="2025-12-09T13:06:28.113" v="2143" actId="14100"/>
          <ac:picMkLst>
            <pc:docMk/>
            <pc:sldMk cId="1893993981" sldId="263"/>
            <ac:picMk id="9" creationId="{13D56791-6889-3571-9348-9B0C5D1B036C}"/>
          </ac:picMkLst>
        </pc:picChg>
      </pc:sldChg>
      <pc:sldChg chg="addSp delSp modSp new mod">
        <pc:chgData name="Lewis, Parker" userId="129e29b5-a633-4569-b4ce-06e546d69fe8" providerId="ADAL" clId="{C0A6B6E4-B1D3-4A71-A7ED-DEAE119ABE26}" dt="2025-12-02T11:04:46.543" v="2107" actId="14100"/>
        <pc:sldMkLst>
          <pc:docMk/>
          <pc:sldMk cId="4282632287" sldId="264"/>
        </pc:sldMkLst>
        <pc:picChg chg="add mod">
          <ac:chgData name="Lewis, Parker" userId="129e29b5-a633-4569-b4ce-06e546d69fe8" providerId="ADAL" clId="{C0A6B6E4-B1D3-4A71-A7ED-DEAE119ABE26}" dt="2025-12-02T11:02:17.115" v="1939" actId="14100"/>
          <ac:picMkLst>
            <pc:docMk/>
            <pc:sldMk cId="4282632287" sldId="264"/>
            <ac:picMk id="5" creationId="{77D5E313-0191-D8E9-33E9-FD4B784C4331}"/>
          </ac:picMkLst>
        </pc:picChg>
        <pc:picChg chg="add mod">
          <ac:chgData name="Lewis, Parker" userId="129e29b5-a633-4569-b4ce-06e546d69fe8" providerId="ADAL" clId="{C0A6B6E4-B1D3-4A71-A7ED-DEAE119ABE26}" dt="2025-12-02T11:04:46.543" v="2107" actId="14100"/>
          <ac:picMkLst>
            <pc:docMk/>
            <pc:sldMk cId="4282632287" sldId="264"/>
            <ac:picMk id="6" creationId="{A8959BE7-95E9-50FC-2D2C-8304A98ADEAC}"/>
          </ac:picMkLst>
        </pc:picChg>
      </pc:sldChg>
      <pc:sldChg chg="addSp delSp modSp new mod setBg">
        <pc:chgData name="Lewis, Parker" userId="129e29b5-a633-4569-b4ce-06e546d69fe8" providerId="ADAL" clId="{C0A6B6E4-B1D3-4A71-A7ED-DEAE119ABE26}" dt="2025-12-09T13:12:37.557" v="2503" actId="26606"/>
        <pc:sldMkLst>
          <pc:docMk/>
          <pc:sldMk cId="2890519044" sldId="265"/>
        </pc:sldMkLst>
        <pc:spChg chg="mod">
          <ac:chgData name="Lewis, Parker" userId="129e29b5-a633-4569-b4ce-06e546d69fe8" providerId="ADAL" clId="{C0A6B6E4-B1D3-4A71-A7ED-DEAE119ABE26}" dt="2025-12-09T13:12:37.557" v="2503" actId="26606"/>
          <ac:spMkLst>
            <pc:docMk/>
            <pc:sldMk cId="2890519044" sldId="265"/>
            <ac:spMk id="2" creationId="{6BE46F06-2C73-993E-C998-A7EB67244930}"/>
          </ac:spMkLst>
        </pc:spChg>
        <pc:spChg chg="del">
          <ac:chgData name="Lewis, Parker" userId="129e29b5-a633-4569-b4ce-06e546d69fe8" providerId="ADAL" clId="{C0A6B6E4-B1D3-4A71-A7ED-DEAE119ABE26}" dt="2025-12-09T13:09:16.644" v="2197" actId="478"/>
          <ac:spMkLst>
            <pc:docMk/>
            <pc:sldMk cId="2890519044" sldId="265"/>
            <ac:spMk id="3" creationId="{4048DCBE-AEE7-71DD-441B-D7F8FF0EA3A4}"/>
          </ac:spMkLst>
        </pc:spChg>
        <pc:spChg chg="add mod">
          <ac:chgData name="Lewis, Parker" userId="129e29b5-a633-4569-b4ce-06e546d69fe8" providerId="ADAL" clId="{C0A6B6E4-B1D3-4A71-A7ED-DEAE119ABE26}" dt="2025-12-09T13:12:37.557" v="2503" actId="26606"/>
          <ac:spMkLst>
            <pc:docMk/>
            <pc:sldMk cId="2890519044" sldId="265"/>
            <ac:spMk id="4" creationId="{8D2219D3-A58D-3A88-0B87-186E7F642205}"/>
          </ac:spMkLst>
        </pc:spChg>
        <pc:grpChg chg="add">
          <ac:chgData name="Lewis, Parker" userId="129e29b5-a633-4569-b4ce-06e546d69fe8" providerId="ADAL" clId="{C0A6B6E4-B1D3-4A71-A7ED-DEAE119ABE26}" dt="2025-12-09T13:12:37.557" v="2503" actId="26606"/>
          <ac:grpSpMkLst>
            <pc:docMk/>
            <pc:sldMk cId="2890519044" sldId="265"/>
            <ac:grpSpMk id="11" creationId="{6258F736-B256-8039-9DC6-F4E49A5C5AD5}"/>
          </ac:grpSpMkLst>
        </pc:grpChg>
        <pc:picChg chg="add mod">
          <ac:chgData name="Lewis, Parker" userId="129e29b5-a633-4569-b4ce-06e546d69fe8" providerId="ADAL" clId="{C0A6B6E4-B1D3-4A71-A7ED-DEAE119ABE26}" dt="2025-12-09T13:12:37.557" v="2503" actId="26606"/>
          <ac:picMkLst>
            <pc:docMk/>
            <pc:sldMk cId="2890519044" sldId="265"/>
            <ac:picMk id="6" creationId="{A579B501-599B-4796-21B1-6E4DA65BAA70}"/>
          </ac:picMkLst>
        </pc:picChg>
      </pc:sldChg>
      <pc:sldChg chg="addSp delSp modSp new mod setBg">
        <pc:chgData name="Lewis, Parker" userId="129e29b5-a633-4569-b4ce-06e546d69fe8" providerId="ADAL" clId="{C0A6B6E4-B1D3-4A71-A7ED-DEAE119ABE26}" dt="2025-12-09T13:41:41.071" v="3665" actId="14100"/>
        <pc:sldMkLst>
          <pc:docMk/>
          <pc:sldMk cId="2617696598" sldId="266"/>
        </pc:sldMkLst>
        <pc:spChg chg="mod">
          <ac:chgData name="Lewis, Parker" userId="129e29b5-a633-4569-b4ce-06e546d69fe8" providerId="ADAL" clId="{C0A6B6E4-B1D3-4A71-A7ED-DEAE119ABE26}" dt="2025-12-09T13:41:31.508" v="3663" actId="26606"/>
          <ac:spMkLst>
            <pc:docMk/>
            <pc:sldMk cId="2617696598" sldId="266"/>
            <ac:spMk id="2" creationId="{144DD4A1-2F69-65F0-72AF-651BD15A2463}"/>
          </ac:spMkLst>
        </pc:spChg>
        <pc:spChg chg="del">
          <ac:chgData name="Lewis, Parker" userId="129e29b5-a633-4569-b4ce-06e546d69fe8" providerId="ADAL" clId="{C0A6B6E4-B1D3-4A71-A7ED-DEAE119ABE26}" dt="2025-12-09T13:14:38.570" v="2544" actId="478"/>
          <ac:spMkLst>
            <pc:docMk/>
            <pc:sldMk cId="2617696598" sldId="266"/>
            <ac:spMk id="3" creationId="{1AF89FBC-E927-D53C-4FCE-77E34DB321F5}"/>
          </ac:spMkLst>
        </pc:spChg>
        <pc:spChg chg="add mod">
          <ac:chgData name="Lewis, Parker" userId="129e29b5-a633-4569-b4ce-06e546d69fe8" providerId="ADAL" clId="{C0A6B6E4-B1D3-4A71-A7ED-DEAE119ABE26}" dt="2025-12-09T13:41:31.508" v="3663" actId="26606"/>
          <ac:spMkLst>
            <pc:docMk/>
            <pc:sldMk cId="2617696598" sldId="266"/>
            <ac:spMk id="4" creationId="{C80154A9-FF07-0D0C-4C12-F4167FD594B1}"/>
          </ac:spMkLst>
        </pc:spChg>
        <pc:spChg chg="add">
          <ac:chgData name="Lewis, Parker" userId="129e29b5-a633-4569-b4ce-06e546d69fe8" providerId="ADAL" clId="{C0A6B6E4-B1D3-4A71-A7ED-DEAE119ABE26}" dt="2025-12-09T13:41:31.508" v="3663" actId="26606"/>
          <ac:spMkLst>
            <pc:docMk/>
            <pc:sldMk cId="2617696598" sldId="266"/>
            <ac:spMk id="12" creationId="{2CB962CF-61A3-4EF9-94F6-7C59B0329524}"/>
          </ac:spMkLst>
        </pc:spChg>
        <pc:picChg chg="add mod ord">
          <ac:chgData name="Lewis, Parker" userId="129e29b5-a633-4569-b4ce-06e546d69fe8" providerId="ADAL" clId="{C0A6B6E4-B1D3-4A71-A7ED-DEAE119ABE26}" dt="2025-12-09T13:41:41.071" v="3665" actId="14100"/>
          <ac:picMkLst>
            <pc:docMk/>
            <pc:sldMk cId="2617696598" sldId="266"/>
            <ac:picMk id="6" creationId="{D6EC3F5E-149F-C830-0AE6-C1F432A72615}"/>
          </ac:picMkLst>
        </pc:picChg>
        <pc:picChg chg="add mod">
          <ac:chgData name="Lewis, Parker" userId="129e29b5-a633-4569-b4ce-06e546d69fe8" providerId="ADAL" clId="{C0A6B6E4-B1D3-4A71-A7ED-DEAE119ABE26}" dt="2025-12-09T13:41:31.508" v="3663" actId="26606"/>
          <ac:picMkLst>
            <pc:docMk/>
            <pc:sldMk cId="2617696598" sldId="266"/>
            <ac:picMk id="7" creationId="{4E3180C2-D3E1-9EA8-4100-47916A56EDE5}"/>
          </ac:picMkLst>
        </pc:picChg>
      </pc:sldChg>
      <pc:sldChg chg="addSp delSp modSp new mod setBg">
        <pc:chgData name="Lewis, Parker" userId="129e29b5-a633-4569-b4ce-06e546d69fe8" providerId="ADAL" clId="{C0A6B6E4-B1D3-4A71-A7ED-DEAE119ABE26}" dt="2025-12-09T13:41:19.755" v="3661" actId="26606"/>
        <pc:sldMkLst>
          <pc:docMk/>
          <pc:sldMk cId="3860390086" sldId="267"/>
        </pc:sldMkLst>
        <pc:spChg chg="mod">
          <ac:chgData name="Lewis, Parker" userId="129e29b5-a633-4569-b4ce-06e546d69fe8" providerId="ADAL" clId="{C0A6B6E4-B1D3-4A71-A7ED-DEAE119ABE26}" dt="2025-12-09T13:41:19.755" v="3661" actId="26606"/>
          <ac:spMkLst>
            <pc:docMk/>
            <pc:sldMk cId="3860390086" sldId="267"/>
            <ac:spMk id="2" creationId="{08738091-544E-6C37-E438-FAEB390F308D}"/>
          </ac:spMkLst>
        </pc:spChg>
        <pc:spChg chg="del">
          <ac:chgData name="Lewis, Parker" userId="129e29b5-a633-4569-b4ce-06e546d69fe8" providerId="ADAL" clId="{C0A6B6E4-B1D3-4A71-A7ED-DEAE119ABE26}" dt="2025-12-09T13:21:12.300" v="3043" actId="478"/>
          <ac:spMkLst>
            <pc:docMk/>
            <pc:sldMk cId="3860390086" sldId="267"/>
            <ac:spMk id="3" creationId="{00788364-80EC-F70B-D604-DC868F28AAD8}"/>
          </ac:spMkLst>
        </pc:spChg>
        <pc:spChg chg="add mod">
          <ac:chgData name="Lewis, Parker" userId="129e29b5-a633-4569-b4ce-06e546d69fe8" providerId="ADAL" clId="{C0A6B6E4-B1D3-4A71-A7ED-DEAE119ABE26}" dt="2025-12-09T13:41:19.755" v="3661" actId="26606"/>
          <ac:spMkLst>
            <pc:docMk/>
            <pc:sldMk cId="3860390086" sldId="267"/>
            <ac:spMk id="4" creationId="{EDB21210-9886-3EBB-F038-3A03D3B31E02}"/>
          </ac:spMkLst>
        </pc:spChg>
        <pc:spChg chg="add del">
          <ac:chgData name="Lewis, Parker" userId="129e29b5-a633-4569-b4ce-06e546d69fe8" providerId="ADAL" clId="{C0A6B6E4-B1D3-4A71-A7ED-DEAE119ABE26}" dt="2025-12-09T13:41:19.747" v="3660" actId="26606"/>
          <ac:spMkLst>
            <pc:docMk/>
            <pc:sldMk cId="3860390086" sldId="267"/>
            <ac:spMk id="12" creationId="{D75A5B51-0925-4835-8511-A0DD17EAA97C}"/>
          </ac:spMkLst>
        </pc:spChg>
        <pc:spChg chg="add del">
          <ac:chgData name="Lewis, Parker" userId="129e29b5-a633-4569-b4ce-06e546d69fe8" providerId="ADAL" clId="{C0A6B6E4-B1D3-4A71-A7ED-DEAE119ABE26}" dt="2025-12-09T13:41:19.747" v="3660" actId="26606"/>
          <ac:spMkLst>
            <pc:docMk/>
            <pc:sldMk cId="3860390086" sldId="267"/>
            <ac:spMk id="14" creationId="{5CDFD20D-8E4F-4E3A-AF87-93F23E0DBFB3}"/>
          </ac:spMkLst>
        </pc:spChg>
        <pc:spChg chg="add">
          <ac:chgData name="Lewis, Parker" userId="129e29b5-a633-4569-b4ce-06e546d69fe8" providerId="ADAL" clId="{C0A6B6E4-B1D3-4A71-A7ED-DEAE119ABE26}" dt="2025-12-09T13:41:19.755" v="3661" actId="26606"/>
          <ac:spMkLst>
            <pc:docMk/>
            <pc:sldMk cId="3860390086" sldId="267"/>
            <ac:spMk id="19" creationId="{AE6CA01B-0DEB-4E9A-9768-B728DA42C1D4}"/>
          </ac:spMkLst>
        </pc:spChg>
        <pc:grpChg chg="add">
          <ac:chgData name="Lewis, Parker" userId="129e29b5-a633-4569-b4ce-06e546d69fe8" providerId="ADAL" clId="{C0A6B6E4-B1D3-4A71-A7ED-DEAE119ABE26}" dt="2025-12-09T13:41:19.755" v="3661" actId="26606"/>
          <ac:grpSpMkLst>
            <pc:docMk/>
            <pc:sldMk cId="3860390086" sldId="267"/>
            <ac:grpSpMk id="20" creationId="{A57D8C8E-634E-4E83-9657-225A4DFE47ED}"/>
          </ac:grpSpMkLst>
        </pc:grpChg>
        <pc:picChg chg="add mod ord">
          <ac:chgData name="Lewis, Parker" userId="129e29b5-a633-4569-b4ce-06e546d69fe8" providerId="ADAL" clId="{C0A6B6E4-B1D3-4A71-A7ED-DEAE119ABE26}" dt="2025-12-09T13:41:19.755" v="3661" actId="26606"/>
          <ac:picMkLst>
            <pc:docMk/>
            <pc:sldMk cId="3860390086" sldId="267"/>
            <ac:picMk id="5" creationId="{C30E3E78-4A00-B2A1-F291-6BED6E826EBC}"/>
          </ac:picMkLst>
        </pc:picChg>
        <pc:picChg chg="add mod ord">
          <ac:chgData name="Lewis, Parker" userId="129e29b5-a633-4569-b4ce-06e546d69fe8" providerId="ADAL" clId="{C0A6B6E4-B1D3-4A71-A7ED-DEAE119ABE26}" dt="2025-12-09T13:41:19.755" v="3661" actId="26606"/>
          <ac:picMkLst>
            <pc:docMk/>
            <pc:sldMk cId="3860390086" sldId="267"/>
            <ac:picMk id="6" creationId="{FC7CF985-11E4-A520-366B-C30B060FB335}"/>
          </ac:picMkLst>
        </pc:picChg>
        <pc:picChg chg="add mod ord">
          <ac:chgData name="Lewis, Parker" userId="129e29b5-a633-4569-b4ce-06e546d69fe8" providerId="ADAL" clId="{C0A6B6E4-B1D3-4A71-A7ED-DEAE119ABE26}" dt="2025-12-09T13:41:19.755" v="3661" actId="26606"/>
          <ac:picMkLst>
            <pc:docMk/>
            <pc:sldMk cId="3860390086" sldId="267"/>
            <ac:picMk id="7" creationId="{EF37D7CB-4580-450B-7473-DF09FA39BBA1}"/>
          </ac:picMkLst>
        </pc:picChg>
      </pc:sldChg>
      <pc:sldChg chg="addSp modSp new mod">
        <pc:chgData name="Lewis, Parker" userId="129e29b5-a633-4569-b4ce-06e546d69fe8" providerId="ADAL" clId="{C0A6B6E4-B1D3-4A71-A7ED-DEAE119ABE26}" dt="2025-12-09T13:41:11.340" v="3657" actId="1076"/>
        <pc:sldMkLst>
          <pc:docMk/>
          <pc:sldMk cId="1360115258" sldId="268"/>
        </pc:sldMkLst>
        <pc:spChg chg="mod">
          <ac:chgData name="Lewis, Parker" userId="129e29b5-a633-4569-b4ce-06e546d69fe8" providerId="ADAL" clId="{C0A6B6E4-B1D3-4A71-A7ED-DEAE119ABE26}" dt="2025-12-09T13:37:41.983" v="3468" actId="2711"/>
          <ac:spMkLst>
            <pc:docMk/>
            <pc:sldMk cId="1360115258" sldId="268"/>
            <ac:spMk id="2" creationId="{E7CB5092-848E-65CC-E36F-7DD66D4D9447}"/>
          </ac:spMkLst>
        </pc:spChg>
        <pc:spChg chg="mod">
          <ac:chgData name="Lewis, Parker" userId="129e29b5-a633-4569-b4ce-06e546d69fe8" providerId="ADAL" clId="{C0A6B6E4-B1D3-4A71-A7ED-DEAE119ABE26}" dt="2025-12-09T13:40:20.598" v="3648"/>
          <ac:spMkLst>
            <pc:docMk/>
            <pc:sldMk cId="1360115258" sldId="268"/>
            <ac:spMk id="3" creationId="{5632973A-05D2-09A2-70DE-05AEB2A8820F}"/>
          </ac:spMkLst>
        </pc:spChg>
        <pc:picChg chg="add mod">
          <ac:chgData name="Lewis, Parker" userId="129e29b5-a633-4569-b4ce-06e546d69fe8" providerId="ADAL" clId="{C0A6B6E4-B1D3-4A71-A7ED-DEAE119ABE26}" dt="2025-12-09T13:40:57.493" v="3654" actId="1076"/>
          <ac:picMkLst>
            <pc:docMk/>
            <pc:sldMk cId="1360115258" sldId="268"/>
            <ac:picMk id="5" creationId="{2AAACB1B-CA5E-6B74-4A05-02C9EF2EAA25}"/>
          </ac:picMkLst>
        </pc:picChg>
        <pc:picChg chg="add mod">
          <ac:chgData name="Lewis, Parker" userId="129e29b5-a633-4569-b4ce-06e546d69fe8" providerId="ADAL" clId="{C0A6B6E4-B1D3-4A71-A7ED-DEAE119ABE26}" dt="2025-12-09T13:41:11.340" v="3657" actId="1076"/>
          <ac:picMkLst>
            <pc:docMk/>
            <pc:sldMk cId="1360115258" sldId="268"/>
            <ac:picMk id="6" creationId="{BF539E27-1388-D4E1-7335-38C568282697}"/>
          </ac:picMkLst>
        </pc:picChg>
      </pc:sldChg>
      <pc:sldChg chg="addSp delSp modSp new mod">
        <pc:chgData name="Lewis, Parker" userId="129e29b5-a633-4569-b4ce-06e546d69fe8" providerId="ADAL" clId="{C0A6B6E4-B1D3-4A71-A7ED-DEAE119ABE26}" dt="2025-12-09T13:07:03.969" v="2154" actId="14100"/>
        <pc:sldMkLst>
          <pc:docMk/>
          <pc:sldMk cId="1589396649" sldId="269"/>
        </pc:sldMkLst>
        <pc:spChg chg="del">
          <ac:chgData name="Lewis, Parker" userId="129e29b5-a633-4569-b4ce-06e546d69fe8" providerId="ADAL" clId="{C0A6B6E4-B1D3-4A71-A7ED-DEAE119ABE26}" dt="2025-12-09T13:06:40.314" v="2146" actId="478"/>
          <ac:spMkLst>
            <pc:docMk/>
            <pc:sldMk cId="1589396649" sldId="269"/>
            <ac:spMk id="2" creationId="{DC532A59-29EB-36BE-457D-CC17CBBF1ECC}"/>
          </ac:spMkLst>
        </pc:spChg>
        <pc:spChg chg="del">
          <ac:chgData name="Lewis, Parker" userId="129e29b5-a633-4569-b4ce-06e546d69fe8" providerId="ADAL" clId="{C0A6B6E4-B1D3-4A71-A7ED-DEAE119ABE26}" dt="2025-12-09T13:06:38.624" v="2145" actId="478"/>
          <ac:spMkLst>
            <pc:docMk/>
            <pc:sldMk cId="1589396649" sldId="269"/>
            <ac:spMk id="3" creationId="{C23EFFEE-479F-041B-769F-A54128485544}"/>
          </ac:spMkLst>
        </pc:spChg>
        <pc:picChg chg="add mod">
          <ac:chgData name="Lewis, Parker" userId="129e29b5-a633-4569-b4ce-06e546d69fe8" providerId="ADAL" clId="{C0A6B6E4-B1D3-4A71-A7ED-DEAE119ABE26}" dt="2025-12-09T13:06:44.155" v="2148" actId="14100"/>
          <ac:picMkLst>
            <pc:docMk/>
            <pc:sldMk cId="1589396649" sldId="269"/>
            <ac:picMk id="4" creationId="{BE018D43-A9F0-2D54-E335-D45F0E600AFB}"/>
          </ac:picMkLst>
        </pc:picChg>
        <pc:picChg chg="add mod">
          <ac:chgData name="Lewis, Parker" userId="129e29b5-a633-4569-b4ce-06e546d69fe8" providerId="ADAL" clId="{C0A6B6E4-B1D3-4A71-A7ED-DEAE119ABE26}" dt="2025-12-09T13:07:03.969" v="2154" actId="14100"/>
          <ac:picMkLst>
            <pc:docMk/>
            <pc:sldMk cId="1589396649" sldId="269"/>
            <ac:picMk id="6" creationId="{D7AB93B7-9D07-EC5E-FC91-FDDCE4F759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BBA44-CA6C-4948-B14C-ADA122F0552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30BA-CC99-443F-9E9C-59970E35C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4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9FC7-43D5-15AE-05BB-B56303A70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F0597-8F15-44E7-7955-F266F8A31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33DE-9D28-B39F-5101-F13AB34E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B5C-0400-4342-8C06-B044F48B38F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EBEC-3E07-CD8F-5844-5D85439B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1D211-66DA-9A31-720A-324DA7AA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1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16FC-81C9-8CE7-AD5D-2885C32E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9A92A-D82C-E1E4-14F9-99CD31103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75073-4465-EBA9-7A72-C0F2AC8C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C8D-F029-40EF-84C2-0BC09CDC8396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844D2-93F0-6479-1C7D-F1200332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068B9-09F0-F031-BC94-317CAFC1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57BF-324E-F58A-13AF-C6F6A1B3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BEBE5-5CE8-74CD-83C9-5807C9C59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FCCB2-960F-266F-CD55-BC4F3A08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1D93B-A258-4C44-9561-B39286CF026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4A22F-3B74-4EAB-DF59-1FB3247E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1D46-38D6-6327-1173-5C8B6E09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6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2621-5D12-A672-D632-288F2B51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F748-40F4-D653-206F-23E999116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55970-69C3-2EBB-C194-851834388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CC309-A26F-FF95-83BE-D4E69981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89E4-ADB9-4F26-B625-1A316CE78AC4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6E5B8-6226-030B-FEAB-50E189D6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7D3A1-FE3B-F432-5621-BDCC0CF0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9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B4D4-A00A-8446-C202-86448832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90934-4CBA-C9CF-76BA-DB1F30858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A4D3A-B117-8240-B9A3-AC8FF0645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1B414-E551-FDE7-5D18-60A498CB7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4ECB0-EF4C-8118-A078-3A4D14ADC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A542B-B04B-521E-8C53-474FD158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BFC-A8AF-417C-AF30-A5595ED1F1BA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A0B32-542C-7812-AC47-9453AB22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321740-A399-8B38-3A59-52C56C9B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6A51-C191-9235-F17D-7B576230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810EC-D0A1-2AED-26C3-8F19C97A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4868-F876-45F1-B603-BBB15D15F7B5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6A7A6-0E05-6D83-8565-0E5DE02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95C6B-63CB-27D7-3F9D-7D87F950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7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A11D3-8CFC-63C3-9AB7-89F2AEF6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306B4-5BFF-4BC4-B12A-C6F3B62C75BE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A01E2-D30D-FCD9-9007-6EAFE0EF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7D097-7367-4A8B-98B8-84C37BBE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2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1E91-0124-035B-94F0-DE30CD6D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04576-75EC-31C4-253F-AF368C575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FB2AA-3880-C5A6-84FB-5E150A816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CB464-362A-DA1A-1E5E-42016B21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CDF63-EC3D-488D-B27B-87246D0681F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A14A5-A0A3-019D-C507-E32D5206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4ADC-5F6F-597D-77BF-29675826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8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6798-0245-045F-2398-BF570727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20E0A-E20E-5528-259A-27C0BED8F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EB7EF-AA69-DABD-2990-90E869EE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6F160-3D81-F033-C48C-89FE7D05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55DD-4D13-4518-9121-E5AAB813889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42C02-8855-D280-3CB0-587F3199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FDD61-658C-C060-C95D-9CA41ECD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1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4A32-76DF-6465-910A-978CD3C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26FB4-5425-8204-ADD4-8B4C672F9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44E60-F974-68B8-CD55-68F7C28C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D940-F159-4307-B5E8-83E22DF34A88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E65D-9B37-09CD-8189-F3812E74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E54AE-C5FD-27AB-B00C-D8D24029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4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317DA-E74A-83F7-18EB-E9AF841E6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C0EEA-BCBC-3C34-2A36-4C0D4CA25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C05A-59F5-53C7-2395-AB20392A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05D0F-1BCF-4D5B-A46E-6159CC01581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BD398-FB94-9CDA-601C-7C8F2A04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A0175-9B5F-2240-3176-95A2851B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66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1576" y="1820730"/>
            <a:ext cx="9308842" cy="613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DFE3E-A7D9-4E68-B7F6-D89B09D6B07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rgbClr val="A6A7AA"/>
                </a:solidFill>
                <a:latin typeface="Arial"/>
                <a:cs typeface="Arial"/>
              </a:defRPr>
            </a:lvl1pPr>
          </a:lstStyle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04069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4E485-4D27-B357-3D37-C4BFDF79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FA1B8-EBB2-0B5E-E17D-75F6529C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3AF1-0558-239F-9B61-737FD8DEF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8AC0E-12D2-49D9-8EE2-EEC487107169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D8547-1151-3DF0-4EFA-CDB7024D7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5C06C-D149-2776-743B-2AEFFD3CE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0835" y="3998019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78"/>
              </a:spcBef>
              <a:buFont typeface="Arial" panose="020B0604020202020204" pitchFamily="34" charset="0"/>
              <a:buChar char="•"/>
            </a:pPr>
            <a:r>
              <a:rPr lang="en-US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Parker</a:t>
            </a:r>
            <a:r>
              <a:rPr lang="en-US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2428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Ohio</a:t>
            </a:r>
            <a:r>
              <a:rPr lang="en-US" spc="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842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9th, 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2E5BB2F2-8F6E-6DAF-30B7-598C9AD7D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0119596" y="12868076"/>
            <a:ext cx="5436066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75503">
              <a:lnSpc>
                <a:spcPts val="1357"/>
              </a:lnSpc>
              <a:spcAft>
                <a:spcPts val="600"/>
              </a:spcAft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  <a:spcAft>
                  <a:spcPts val="600"/>
                </a:spcAft>
              </a:pPr>
              <a:t>1</a:t>
            </a:fld>
            <a:endParaRPr lang="en-US" spc="-50"/>
          </a:p>
        </p:txBody>
      </p:sp>
      <p:pic>
        <p:nvPicPr>
          <p:cNvPr id="5" name="Picture 4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26100D86-AEC1-93E3-5FEA-07789AE54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30" y="697350"/>
            <a:ext cx="10682093" cy="260332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B942-96B9-99E6-D954-758A2EF78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776" y="487138"/>
            <a:ext cx="9308842" cy="387798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Quadrupole Moments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612A9B2B-2368-634A-5198-998B80DE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7E5AC-EBB5-8AE4-1967-CEA73BAE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9" y="1558256"/>
            <a:ext cx="5421836" cy="1184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AFA9D7-3E45-9545-6E02-781BADF3AF76}"/>
              </a:ext>
            </a:extLst>
          </p:cNvPr>
          <p:cNvSpPr txBox="1"/>
          <p:nvPr/>
        </p:nvSpPr>
        <p:spPr>
          <a:xfrm>
            <a:off x="6943725" y="1295400"/>
            <a:ext cx="5000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Quadrupole Moments first needed to be described by the collective expansion of how a nuclear surface is defined.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Along with the estimate for reduced transition probabilities, the quadrupole deformation parameter can be derived.  Usually, the first attempt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IDEA!!!: needing to use experimental and analytical steps to obtain reduced transition probabilities. 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B9EEC059-EB46-162E-9FDD-BB4A10A1F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743200"/>
            <a:ext cx="6139358" cy="369331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13B1A9-897B-E2A4-1D40-857039DCEA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2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0086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DDC9-8B2D-A3F3-22E6-85134FF9D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1850385"/>
            <a:ext cx="9308842" cy="553998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Excitation Basics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50D6CB2-7CB0-9C67-E38D-375BB23F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15" y="2404382"/>
            <a:ext cx="5249256" cy="4112531"/>
          </a:xfrm>
          <a:prstGeom prst="rect">
            <a:avLst/>
          </a:prstGeom>
        </p:spPr>
      </p:pic>
      <p:pic>
        <p:nvPicPr>
          <p:cNvPr id="7" name="Picture 6" descr="A diagram of a target and a diagram of a target&#10;&#10;AI-generated content may be incorrect.">
            <a:extLst>
              <a:ext uri="{FF2B5EF4-FFF2-40B4-BE49-F238E27FC236}">
                <a16:creationId xmlns:a16="http://schemas.microsoft.com/office/drawing/2014/main" id="{BA1ECE42-1F85-D0CF-01AD-015640C0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661" y="2404383"/>
            <a:ext cx="6975217" cy="2733674"/>
          </a:xfrm>
          <a:prstGeom prst="rect">
            <a:avLst/>
          </a:prstGeom>
        </p:spPr>
      </p:pic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20BD02E0-F9E9-59A6-4064-5F0A514D0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5138057"/>
            <a:ext cx="2705100" cy="17199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3DFA51-AA0A-28EE-613F-9898188AB7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3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5680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93DD-9807-CD48-3FF3-CE2863BFC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419895"/>
            <a:ext cx="9308842" cy="44608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Techniques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84DD3E9-62AD-C6E7-3195-49CDCEF84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660F6B4-BDAE-51FE-337F-FC5B875B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9" y="1494971"/>
            <a:ext cx="6494650" cy="3793729"/>
          </a:xfrm>
          <a:prstGeom prst="rect">
            <a:avLst/>
          </a:prstGeom>
        </p:spPr>
      </p:pic>
      <p:pic>
        <p:nvPicPr>
          <p:cNvPr id="5" name="Picture 4" descr="A diagram of a device&#10;&#10;AI-generated content may be incorrect.">
            <a:extLst>
              <a:ext uri="{FF2B5EF4-FFF2-40B4-BE49-F238E27FC236}">
                <a16:creationId xmlns:a16="http://schemas.microsoft.com/office/drawing/2014/main" id="{3DFE8CE0-38A9-2FF9-DD36-57E5E82FC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227" y="1140074"/>
            <a:ext cx="5604510" cy="303148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8EC556-E998-EBFF-0FF9-ACE12AA378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4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9995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883959-3364-28B6-E8BC-F8BDA232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114285"/>
            <a:ext cx="10077449" cy="1114440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D5CA1CBC-5FF7-1848-A1E9-E47F8468E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A40F0F1-CFBB-305A-55CD-919847AB7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6" y="1146945"/>
            <a:ext cx="8493558" cy="3699375"/>
          </a:xfrm>
          <a:prstGeom prst="rect">
            <a:avLst/>
          </a:prstGeom>
        </p:spPr>
      </p:pic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5AC34BB-9159-A576-A880-05B61716A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29" y="3513121"/>
            <a:ext cx="7233667" cy="289542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413AE7-CC1D-7136-6F55-B545C7DD06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5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08665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6F06-2C73-993E-C998-A7EB67244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Gamma Extraction &amp; Efficiency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219D3-A58D-3A88-0B87-186E7F642205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Raw Gamma Spectra that came from the gamma-detector subsystem need to be calibrated, Doppler corrected, and efficiency corrected, along with other steps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At corresponding resonance, particular 2+-&gt;0+ transitions can be extracted to get gamma yields.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6" name="Picture 5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A579B501-599B-4796-21B1-6E4DA65B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269264"/>
            <a:ext cx="6389346" cy="432878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A41F0-3473-823E-C60E-85612D2E1C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6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89051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DD4A1-2F69-65F0-72AF-651BD15A2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Angular Distribution (W factors)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154A9-FF07-0D0C-4C12-F4167FD594B1}"/>
              </a:ext>
            </a:extLst>
          </p:cNvPr>
          <p:cNvSpPr txBox="1"/>
          <p:nvPr/>
        </p:nvSpPr>
        <p:spPr>
          <a:xfrm>
            <a:off x="838200" y="2401330"/>
            <a:ext cx="6797405" cy="371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Using scattering angle binning for each gamma spectra, and simulation including “CLX” angular distributions, such as the differential cross section as a function of scattering angle or specific target or projectile systems.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Ratio between target and or projectile distribution is what determines the w-factor ratio in the earlier equation.  </a:t>
            </a: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4E3180C2-D3E1-9EA8-4100-47916A56E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684" y="168168"/>
            <a:ext cx="3379366" cy="3168155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D6EC3F5E-149F-C830-0AE6-C1F432A72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20" y="4292135"/>
            <a:ext cx="12071000" cy="23976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59E183-D0F0-A7F9-7B3F-08C441EAAB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7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61769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38091-544E-6C37-E438-FAEB390F3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802955"/>
            <a:ext cx="6318649" cy="14540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GOSIA Simulations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C7CF985-11E4-A520-366B-C30B060F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212" y="451945"/>
            <a:ext cx="2033405" cy="1906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21210-9886-3EBB-F038-3A03D3B31E02}"/>
              </a:ext>
            </a:extLst>
          </p:cNvPr>
          <p:cNvSpPr txBox="1"/>
          <p:nvPr/>
        </p:nvSpPr>
        <p:spPr>
          <a:xfrm>
            <a:off x="804672" y="2421682"/>
            <a:ext cx="4650524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Simulation tool that takes in experimental inputs including B(E2) from matrix elements that create essentially simulation coulex cross-section that will give you simulated gamma spectra to which goals is to have input match data which if matched then B(E2) is measured.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30E3E78-4A00-B2A1-F291-6BED6E826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5" y="2580893"/>
            <a:ext cx="3774960" cy="1509984"/>
          </a:xfrm>
          <a:prstGeom prst="rect">
            <a:avLst/>
          </a:prstGeom>
        </p:spPr>
      </p:pic>
      <p:pic>
        <p:nvPicPr>
          <p:cNvPr id="7" name="Picture 6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EF37D7CB-4580-450B-7473-DF09FA39B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35" y="4912764"/>
            <a:ext cx="3774960" cy="70780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5761BB-B418-70C2-46D0-485AFA9AED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8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86039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5092-848E-65CC-E36F-7DD66D4D9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1820730"/>
            <a:ext cx="9308842" cy="61330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 B(E2) into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2973A-05D2-09A2-70DE-05AEB2A8820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29184" y="2953512"/>
            <a:ext cx="4681728" cy="2329292"/>
          </a:xfrm>
        </p:spPr>
        <p:txBody>
          <a:bodyPr/>
          <a:lstStyle/>
          <a:p>
            <a:r>
              <a:rPr lang="en-US" dirty="0"/>
              <a:t>β is then obtained from B(E2), since the deformation parameter is proportional to the square root of the reduced transition probability.</a:t>
            </a:r>
          </a:p>
        </p:txBody>
      </p:sp>
      <p:pic>
        <p:nvPicPr>
          <p:cNvPr id="5" name="Picture 4" descr="A square root of a mathematical problem&#10;&#10;AI-generated content may be incorrect.">
            <a:extLst>
              <a:ext uri="{FF2B5EF4-FFF2-40B4-BE49-F238E27FC236}">
                <a16:creationId xmlns:a16="http://schemas.microsoft.com/office/drawing/2014/main" id="{2AAACB1B-CA5E-6B74-4A05-02C9EF2E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058" y="3095364"/>
            <a:ext cx="6000350" cy="1328598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BF539E27-1388-D4E1-7335-38C56828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647" y="4710294"/>
            <a:ext cx="3882353" cy="199268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B0CFF-2F81-6780-F98E-D02E1E9270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9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36011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4F79-CC3E-F2BB-BD1D-60ABA25C9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1822685"/>
            <a:ext cx="9308842" cy="60939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Examples of Literature</a:t>
            </a:r>
          </a:p>
        </p:txBody>
      </p:sp>
      <p:pic>
        <p:nvPicPr>
          <p:cNvPr id="7" name="Picture 6" descr="A screenshot of a paper&#10;&#10;AI-generated content may be incorrect.">
            <a:extLst>
              <a:ext uri="{FF2B5EF4-FFF2-40B4-BE49-F238E27FC236}">
                <a16:creationId xmlns:a16="http://schemas.microsoft.com/office/drawing/2014/main" id="{22BD4012-8A4B-3E0F-5559-C9A1875A9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10" y="2432083"/>
            <a:ext cx="5817130" cy="4189291"/>
          </a:xfrm>
          <a:prstGeom prst="rect">
            <a:avLst/>
          </a:prstGeom>
        </p:spPr>
      </p:pic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13D56791-6889-3571-9348-9B0C5D1B0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081" y="4160520"/>
            <a:ext cx="5029289" cy="25813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99776D-8612-4E36-D669-DE43941404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10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9399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BE018D43-A9F0-2D54-E335-D45F0E600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904" y="5010912"/>
            <a:ext cx="3372466" cy="1730974"/>
          </a:xfrm>
          <a:prstGeom prst="rect">
            <a:avLst/>
          </a:prstGeom>
        </p:spPr>
      </p:pic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D7AB93B7-9D07-EC5E-FC91-FDDCE4F75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18" y="532151"/>
            <a:ext cx="10723274" cy="447876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11487-F7ED-D0B6-7C01-1BF8CE8DAE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11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58939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D5E313-0191-D8E9-33E9-FD4B784C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67657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A8959BE7-95E9-50FC-2D2C-8304A98AD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327" y="4601029"/>
            <a:ext cx="4301673" cy="21408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A6AFE-BBDF-4E01-D28D-12129F1665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12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8263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279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Theory Quadrupole Moments</vt:lpstr>
      <vt:lpstr>Coulomb Excitation Basics</vt:lpstr>
      <vt:lpstr>Experimental Techniques</vt:lpstr>
      <vt:lpstr>PowerPoint Presentation</vt:lpstr>
      <vt:lpstr>Gamma Extraction &amp; Efficiency </vt:lpstr>
      <vt:lpstr>Angular Distribution (W factors)</vt:lpstr>
      <vt:lpstr>GOSIA Simulations</vt:lpstr>
      <vt:lpstr>Converting  B(E2) into β</vt:lpstr>
      <vt:lpstr>Result Examples of Literature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Lewis, Parker</dc:creator>
  <cp:lastModifiedBy>Lewis, Parker</cp:lastModifiedBy>
  <cp:revision>1</cp:revision>
  <dcterms:created xsi:type="dcterms:W3CDTF">2025-11-26T04:00:08Z</dcterms:created>
  <dcterms:modified xsi:type="dcterms:W3CDTF">2025-12-09T13:42:53Z</dcterms:modified>
</cp:coreProperties>
</file>